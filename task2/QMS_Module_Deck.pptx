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40080"/>
            <a:ext cx="10972800" cy="5577840"/>
          </a:xfrm>
          <a:prstGeom prst="roundRect">
            <a:avLst>
              <a:gd name="adj" fmla="val 13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QMS Module in Supply Chain 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Life Sciences interview support deck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Covers: deviation, CAPA, complaints, recalls, adverse events, supplier management, API and raw material examples, and SME role perspective.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98080" y="1097280"/>
            <a:ext cx="3291840" cy="3931920"/>
          </a:xfrm>
          <a:prstGeom prst="roundRect">
            <a:avLst>
              <a:gd name="adj" fmla="val 2222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1417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QMS Goal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26680" y="1828800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Patient safety
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Product quality
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Traceability
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Regulatory readiness
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Controlled workflows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44652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Task 2: QMS module overview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Map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the QMS area is organized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657600" cy="4389120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38988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In-Process Quality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1691640"/>
            <a:ext cx="336499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Deviation Management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CAPA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Focus: shop-floor/process issues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Prevents repeat manufacturing problems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26280" y="1280160"/>
            <a:ext cx="3657600" cy="438912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138988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In-Product Quality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90872" y="1691640"/>
            <a:ext cx="336499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Product Complaints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Recall Management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Adverse Event Reporting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Focus: market/patient-facing risks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412480" y="1280160"/>
            <a:ext cx="3154680" cy="4389120"/>
          </a:xfrm>
          <a:prstGeom prst="roundRect">
            <a:avLst>
              <a:gd name="adj" fmla="val 2319"/>
            </a:avLst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49640" y="1389888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QMS Management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77072" y="1691640"/>
            <a:ext cx="286207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Supplier Management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Qualification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Periodic review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Risk-based oversight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Interview support deck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Deviation Management + CAPA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quality control for process failures and recurring issues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5577840" cy="4846320"/>
          </a:xfrm>
          <a:prstGeom prst="roundRect">
            <a:avLst>
              <a:gd name="adj" fmla="val 1509"/>
            </a:avLst>
          </a:prstGeom>
          <a:solidFill>
            <a:srgbClr val="FFF7ED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389888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Deviation Flow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1691640"/>
            <a:ext cx="5285232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Detect issue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Log event with batch/material details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Assess impact and containment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Investigate root cause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Decide hold/reject/rework/CAPA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QA closure with evidence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55080" y="1280160"/>
            <a:ext cx="5212080" cy="4846320"/>
          </a:xfrm>
          <a:prstGeom prst="roundRect">
            <a:avLst>
              <a:gd name="adj" fmla="val 1509"/>
            </a:avLst>
          </a:prstGeom>
          <a:solidFill>
            <a:srgbClr val="F0FDF4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389888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CAPA Flow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19672" y="1691640"/>
            <a:ext cx="4919472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Open CAPA from deviation/audit/complaint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Define corrective and preventive actions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Assign owner and due date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Implement SOP/training/process changes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Verify effectiveness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Close with QA approval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644652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Interview support deck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In-Product Quality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Controls what happens after release or when product reaches the market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657600" cy="4846320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38988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Product Complaints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1691640"/>
            <a:ext cx="3364992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Receive complaint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Classify severity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Investigate batch/packaging/warehouse/supplier link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Trigger CAPA or recall if needed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26280" y="1280160"/>
            <a:ext cx="3657600" cy="484632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138988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Recall Management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90872" y="1691640"/>
            <a:ext cx="3364992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Assess risk and recall class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Freeze stock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Trace distribution chain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Communicate recall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Reconcile returns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412480" y="1280160"/>
            <a:ext cx="3154680" cy="4846320"/>
          </a:xfrm>
          <a:prstGeom prst="roundRect">
            <a:avLst>
              <a:gd name="adj" fmla="val 2319"/>
            </a:avLst>
          </a:prstGeom>
          <a:solidFill>
            <a:srgbClr val="FEFCE8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49640" y="1389888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Adverse Events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77072" y="1691640"/>
            <a:ext cx="2862072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Capture minimum valid case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Escalate to safety team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Link with product/batch records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Meet reporting timelines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Interview support deck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Supplier Management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Upstream control to avoid quality problems before they enter manufacturing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4ED8"/>
                </a:solidFill>
              </a:rPr>
              <a:t>Onboard → Qualify → Approve → Monitor → Requalify / Disqualify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224028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8716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Onboard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23744" y="2432304"/>
            <a:ext cx="292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971800" y="224028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71800" y="248716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Qualify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72584" y="2432304"/>
            <a:ext cx="292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120640" y="224028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248716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Approve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21424" y="2432304"/>
            <a:ext cx="292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269480" y="224028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69480" y="248716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Monitor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970264" y="2432304"/>
            <a:ext cx="292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418320" y="224028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0" y="248716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Requalify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14400" y="3749040"/>
            <a:ext cx="4937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51560" y="3858768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Why it matters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78992" y="4160520"/>
            <a:ext cx="464515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Critical materials need risk-based supplier oversight.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Poor supplier quality can directly cause deviations, complaints, or recalls.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09360" y="3749040"/>
            <a:ext cx="4937760" cy="182880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46520" y="3858768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Examples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73952" y="4160520"/>
            <a:ext cx="464515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API supplier: GMP review, quality agreement, trial lot checks.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Raw material supplier: COA reliability, storage/transport review.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Interview support deck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vs Raw Material Examples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these examples directly in your explanation video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435608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API Examples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1737360"/>
            <a:ext cx="5193792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Deviation: reactor temperature excursion during synthesis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CAPA: revise charging sequence and retrain operators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Complaint/Recall: contamination in released API lot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Supplier: external API manufacturer qualification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09360" y="132588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FFF7ED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43560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Raw Material Examples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73952" y="1737360"/>
            <a:ext cx="5010912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Deviation: material used before final QA release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CAPA: storage/moisture control issue on excipient drums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Complaint: packaging print mismatch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Supplier: excipient vendor monitored for COA consistency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644652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Interview support deck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SME Role-Wise Perspective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each function cares about in a smaller life sciences business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0FDF4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481328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Quality Executive / QA Officer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1783080"/>
            <a:ext cx="5102352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Deviation review and closure quality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CAPA tracking and effectiveness checks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Complaint handling and audit-ready records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Supplier qualification status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Compliance and traceability focus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63640" y="1371600"/>
            <a:ext cx="5303520" cy="4572000"/>
          </a:xfrm>
          <a:prstGeom prst="roundRect">
            <a:avLst>
              <a:gd name="adj" fmla="val 1600"/>
            </a:avLst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48132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Production Manager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28232" y="1783080"/>
            <a:ext cx="5010912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Immediate containment on shop floor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Provide process facts for investigations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Implement corrective actions operationally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Coordinate with QA, stores, warehouse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Throughput + discipline focus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644652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Interview support deck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Interview Summary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crisp ending for your recording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972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481328"/>
            <a:ext cx="10698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What to say in the last 60–90 seconds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96112" y="1783080"/>
            <a:ext cx="10680192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Deviation and CAPA manage internal process quality.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Complaints, recalls, and adverse events manage product risk after or around release.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Supplier management is preventive because it controls upstream quality.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A good QMS module should be traceable, approval-driven, evidence-based, and role-aware.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In SMEs, QA drives compliance and production drives controlled execution.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6035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Reference anchors: ICH Q9, ICH Q10, FDA quality/reporting guidance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End of Task 2 support deck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QMS Module Deck</dc:title>
  <dc:subject>QMS Module in Life Sciences</dc:subject>
  <dc:creator>OpenAI</dc:creator>
  <cp:lastModifiedBy>OpenAI</cp:lastModifiedBy>
  <cp:revision>1</cp:revision>
  <dcterms:created xsi:type="dcterms:W3CDTF">2026-04-21T20:15:16Z</dcterms:created>
  <dcterms:modified xsi:type="dcterms:W3CDTF">2026-04-21T20:15:16Z</dcterms:modified>
</cp:coreProperties>
</file>